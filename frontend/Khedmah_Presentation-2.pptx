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KHEDMAH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All-in-One Service &amp; Contracting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every job faster, safer, and more professional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91440" cy="3474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reliable service providers is slow and risky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transparency in pricing or quality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projects lack digital tools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Tendering is offline, paper-based, and inefficient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rental is fragmented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marketplace for heavy machinery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Khedmah Solution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&amp; Maintenance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Plumbing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Electrical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 maintenance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Painting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technicians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0" y="1188720"/>
            <a:ext cx="25603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Equipment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Excavators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Cranes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Bulldozers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Generators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Scaffolding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Daily/weekly/monthly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188720"/>
            <a:ext cx="25603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Tenders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09360" y="210312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projects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specs &amp; BOQ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 bids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proposals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Award contracts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tendering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Features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In-App Payments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Escrow, milestones, VAT tracking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1188720"/>
            <a:ext cx="73152" cy="10058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371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system for clients and providers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393192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7744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Dashboard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requests, earnings, schedule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393192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377440"/>
            <a:ext cx="73152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560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Communication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file sharing, location pins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393192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System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license, and insurance checks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54880" y="3566160"/>
            <a:ext cx="393192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356616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and mediation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We Serve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Homeowners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managers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verified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service technicians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2918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212080" y="201168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companies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developers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rental firms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tendering and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marketplace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1-Year Roadmap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011680" cy="3017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01168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setup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research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Branding &amp; design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Provider outreach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1280160"/>
            <a:ext cx="2011680" cy="3017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Shape 7"/>
          <p:cNvSpPr/>
          <p:nvPr/>
        </p:nvSpPr>
        <p:spPr>
          <a:xfrm>
            <a:off x="2651760" y="1280160"/>
            <a:ext cx="2011680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0" y="228600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Website MVP build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integration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Provider dashboard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Testing phase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2011680" cy="3017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280160"/>
            <a:ext cx="201168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4632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28600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 launch (1 city)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Onboard 50+ providers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Home services focus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 feedback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1280160"/>
            <a:ext cx="2011680" cy="3017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1280160"/>
            <a:ext cx="201168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1508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40880" y="1874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2286000"/>
            <a:ext cx="1645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 marketing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 platform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equipment rental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 mobile app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Model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10-20%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commission per job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640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provider listings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2011680"/>
            <a:ext cx="3931920" cy="640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rental transaction fees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640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posting fees for companies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2926080"/>
            <a:ext cx="3931920" cy="6400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provider subscriptions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Vision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the leading digital platform in the region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people and businesses with trusted professionals 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every job easier, safer, and more professional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KHEDMAH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digitize the services industry together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transform how people connect with professionals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Khedmah - Your All-in-One Service &amp; Contracting Platform</dc:title>
  <dc:subject>PptxGenJS Presentation</dc:subject>
  <dc:creator>Khedmah</dc:creator>
  <cp:lastModifiedBy>Khedmah</cp:lastModifiedBy>
  <cp:revision>1</cp:revision>
  <dcterms:created xsi:type="dcterms:W3CDTF">2026-02-03T18:11:47Z</dcterms:created>
  <dcterms:modified xsi:type="dcterms:W3CDTF">2026-02-03T18:11:47Z</dcterms:modified>
</cp:coreProperties>
</file>